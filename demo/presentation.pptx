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StockPile: a simple inventory manager. The app is intentionally small; the focus is the full DevSecOps delivery platform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pitch, then the four headline numbers: 7 APIs, 24 tests, zero high/critical CVEs, 62 AWS resources created and destroyed with Terraform.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top to bottom: application layer first, then the delivery and operations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delivery: push, CI, registry. CI never touches the cluster — it commits a new image tag and ArgoCD pulls the change. Inside EKS: Ingress routes / to the frontend and /api to the backend; the backend talks to PostgreSQL; Prometheus scrapes /metrics and Grafana visualises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endpoints plus health, readiness and metrics. Tests use pg-mem, an in-memory PostgreSQL, with the real migrations — so they never touch a real database and run in under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runs tests, the frontend build and Terraform/Helm validation in parallel. Images are built, scanned by Trivy, and only then pushed with the commit SHA as tag. The final job writes the tag into values-prod.yaml for ArgoCD.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Trivy scanned: OS packages and npm libraries in both images. It found real vulnerabilities in the old nginx base; upgrading fixed them. Mention the 2026 Trivy supply-chain incident as why scanner versions are pinned.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is code, not console clicks. Highlight the EBS CSI driver: without it, the PostgreSQL volume would never bind on EKS. Everything was destroyed after the demo to avoid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has deployments, a Postgres StatefulSet, services, ingress, HPA, ServiceMonitor and NetworkPolicy. The same chart runs locally on kind with values-dev and on EKS with values-prod.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Deploying is just git push. ArgoCD watches the repo and applies the Helm chart with values-prod.yaml. Show the bot commit and ArgoCD rolling the new pods.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discovers the backend through a ServiceMonitor and scrapes every pod. The Grafana dashboard is provisioned as code. Under the load-test script, the HPA scaled the backend from 2 to 6 replicas.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deliberately broken manifests and how to diagnose each with kubectl. Then the teardown order, so nothing keeps billing after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of these to talk about in detail — the Trivy failure and the EBS CSI driver are the strongest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would change for real production,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FINAL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cloud-native inventory platform — from git push to a secured, autoscaled and monitored AWS EKS cluster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77640"/>
            <a:ext cx="310896" cy="31089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977640"/>
            <a:ext cx="310896" cy="31089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3977640"/>
            <a:ext cx="310896" cy="31089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3977640"/>
            <a:ext cx="310896" cy="310896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3977640"/>
            <a:ext cx="310896" cy="310896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977640"/>
            <a:ext cx="310896" cy="310896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977640"/>
            <a:ext cx="310896" cy="310896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8496" y="3977640"/>
            <a:ext cx="310896" cy="310896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984" y="3977640"/>
            <a:ext cx="310896" cy="310896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3977640"/>
            <a:ext cx="310896" cy="310896"/>
          </a:xfrm>
          <a:prstGeom prst="rect">
            <a:avLst/>
          </a:prstGeom>
        </p:spPr>
      </p:pic>
      <p:sp>
        <p:nvSpPr>
          <p:cNvPr id="15" name="Text 3"/>
          <p:cNvSpPr txBox="1"/>
          <p:nvPr/>
        </p:nvSpPr>
        <p:spPr>
          <a:xfrm>
            <a:off x="64008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Suja Rahaman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github.com/Shaikh-Suja-Rahaman/stockpile-DevOps-Project</a:t>
            </a:r>
            <a:endParaRPr lang="en-US" sz="1600" dirty="0"/>
          </a:p>
        </p:txBody>
      </p:sp>
      <p:sp>
        <p:nvSpPr>
          <p:cNvPr id="16" name="frame-app"/>
          <p:cNvSpPr/>
          <p:nvPr/>
        </p:nvSpPr>
        <p:spPr>
          <a:xfrm>
            <a:off x="5989320" y="960120"/>
            <a:ext cx="5669280" cy="4343400"/>
          </a:xfrm>
          <a:prstGeom prst="roundRect">
            <a:avLst>
              <a:gd name="adj" fmla="val 2526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17" name="shot-app" descr="/private/tmp/claude-501/-Users-suja-Suja-s-Folder-DevSecOps-Final-Project/6d75f258-3b07-490d-95bf-c8594317e90b/scratchpad/deck/img/ap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2472" y="1235864"/>
            <a:ext cx="5522976" cy="3499305"/>
          </a:xfrm>
          <a:prstGeom prst="rect">
            <a:avLst/>
          </a:prstGeom>
        </p:spPr>
      </p:pic>
      <p:sp>
        <p:nvSpPr>
          <p:cNvPr id="18" name="Text 5"/>
          <p:cNvSpPr txBox="1"/>
          <p:nvPr/>
        </p:nvSpPr>
        <p:spPr>
          <a:xfrm>
            <a:off x="6126480" y="49743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AWS EKS — served through the ingress-nginx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and why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1771376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6362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 app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products, SKUs, stock and prices; adjust stock in one click; see low-stock items instantly.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715768"/>
            <a:ext cx="658368" cy="658368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2886944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67919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delivery pipeline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commit is tested, scanned, packaged and rolled out to Kubernetes automatically.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658368" cy="65836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400251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794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built in, not bolted on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gates, non-root containers, Pod Security and network isolation.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946904"/>
            <a:ext cx="658368" cy="658368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5118080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91032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and self-scaling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metrics, a Grafana dashboard and an HPA that scales the API under load.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720840" y="16002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903720" y="1874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20" name="Text 14"/>
          <p:cNvSpPr txBox="1"/>
          <p:nvPr/>
        </p:nvSpPr>
        <p:spPr>
          <a:xfrm>
            <a:off x="6903720" y="2834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235440" y="16002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418320" y="1874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24/24</a:t>
            </a:r>
            <a:endParaRPr lang="en-US" sz="4800" dirty="0"/>
          </a:p>
        </p:txBody>
      </p:sp>
      <p:sp>
        <p:nvSpPr>
          <p:cNvPr id="23" name="Text 17"/>
          <p:cNvSpPr txBox="1"/>
          <p:nvPr/>
        </p:nvSpPr>
        <p:spPr>
          <a:xfrm>
            <a:off x="9418320" y="2834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720840" y="384048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903720" y="41148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5074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CRITICAL CVEs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235440" y="384048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418320" y="41148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4800" dirty="0"/>
          </a:p>
        </p:txBody>
      </p:sp>
      <p:sp>
        <p:nvSpPr>
          <p:cNvPr id="29" name="Text 23"/>
          <p:cNvSpPr txBox="1"/>
          <p:nvPr/>
        </p:nvSpPr>
        <p:spPr>
          <a:xfrm>
            <a:off x="9418320" y="5074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resources via Terraform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tools, layer by layer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658368" cy="658368"/>
          </a:xfrm>
          <a:prstGeom prst="ellipse">
            <a:avLst/>
          </a:prstGeom>
          <a:solidFill>
            <a:srgbClr val="61DAFB">
              <a:alpha val="18000"/>
            </a:srgbClr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416" y="1999976"/>
            <a:ext cx="316017" cy="31601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44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Vite 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(unprivileged)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55848" y="16002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1828800"/>
            <a:ext cx="658368" cy="658368"/>
          </a:xfrm>
          <a:prstGeom prst="ellipse">
            <a:avLst/>
          </a:prstGeom>
          <a:solidFill>
            <a:srgbClr val="86EFAC">
              <a:alpha val="18000"/>
            </a:srgbClr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624" y="199997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84448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2944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22 · Express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Knex migrations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63056" y="16002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91656" y="1828800"/>
            <a:ext cx="658368" cy="658368"/>
          </a:xfrm>
          <a:prstGeom prst="ellipse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32" y="199997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1656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2944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+ EBS gp3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970264" y="16002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98864" y="1828800"/>
            <a:ext cx="658368" cy="658368"/>
          </a:xfrm>
          <a:prstGeom prst="ellipse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040" y="1999976"/>
            <a:ext cx="316017" cy="31601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98864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198864" y="2944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+ Supertest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pg-mem test database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3931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4160520"/>
            <a:ext cx="658368" cy="658368"/>
          </a:xfrm>
          <a:prstGeom prst="ellipse">
            <a:avLst/>
          </a:prstGeom>
          <a:solidFill>
            <a:srgbClr val="2496ED">
              <a:alpha val="18000"/>
            </a:srgbClr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16" y="4331696"/>
            <a:ext cx="316017" cy="31601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7240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276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55848" y="3931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584448" y="4160520"/>
            <a:ext cx="658368" cy="658368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624" y="4331696"/>
            <a:ext cx="316017" cy="31601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84448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&amp; Security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584448" y="5276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Trivy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 registry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163056" y="3931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91656" y="4160520"/>
            <a:ext cx="658368" cy="65836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832" y="4331696"/>
            <a:ext cx="316017" cy="31601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91656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391656" y="5276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VPC + EKS 1.34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8970264" y="3931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198864" y="4160520"/>
            <a:ext cx="658368" cy="658368"/>
          </a:xfrm>
          <a:prstGeom prst="ellipse">
            <a:avLst/>
          </a:prstGeom>
          <a:solidFill>
            <a:srgbClr val="6B9BF2">
              <a:alpha val="18000"/>
            </a:srgbClr>
          </a:solidFill>
          <a:ln w="12700">
            <a:solidFill>
              <a:srgbClr val="6B9BF2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0040" y="4331696"/>
            <a:ext cx="316017" cy="31601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198864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Ops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198864" y="5276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· ArgoCD · HPA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Grafana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commit to cluster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31C2E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6304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131C2E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46304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branch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146304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31C2E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59552" y="14630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→ Build → Trivy → Push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14630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31C2E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08592" y="14630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tagged :commit-sha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1783080"/>
            <a:ext cx="54864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37760" y="1691640"/>
            <a:ext cx="54864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4937760" y="2011680"/>
            <a:ext cx="548640" cy="914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1847088"/>
            <a:ext cx="54864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bot commits the new image tag back to Git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11064240" cy="3429000"/>
          </a:xfrm>
          <a:prstGeom prst="roundRect">
            <a:avLst>
              <a:gd name="adj" fmla="val 2133"/>
            </a:avLst>
          </a:prstGeom>
          <a:solidFill>
            <a:srgbClr val="0D1525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3017520" y="2880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ap-south-1  ·  VPC (2 public + 2 private subnets)  ·  EKS 1.34  —  provisioned by Terraform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34290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31C2E"/>
          </a:solidFill>
          <a:ln w="15875">
            <a:solidFill>
              <a:srgbClr val="EF7B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34290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 · self-heal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H="1">
            <a:off x="2194560" y="2240280"/>
            <a:ext cx="1691640" cy="1188720"/>
          </a:xfrm>
          <a:prstGeom prst="line">
            <a:avLst/>
          </a:prstGeom>
          <a:noFill/>
          <a:ln w="19050">
            <a:solidFill>
              <a:srgbClr val="EF7B4D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1440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watches Git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31C2E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507492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017520" y="324612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101A2C"/>
          </a:solidFill>
          <a:ln w="12700">
            <a:solidFill>
              <a:srgbClr val="27324A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15468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stockpile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51760" y="3822192"/>
            <a:ext cx="365760" cy="914"/>
          </a:xfrm>
          <a:prstGeom prst="line">
            <a:avLst/>
          </a:prstGeom>
          <a:noFill/>
          <a:ln w="19050">
            <a:solidFill>
              <a:srgbClr val="EF7B4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46120" y="41605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31C2E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19272" y="416052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→ AWS ELB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40680" y="3611880"/>
            <a:ext cx="1600200" cy="731520"/>
          </a:xfrm>
          <a:prstGeom prst="roundRect">
            <a:avLst>
              <a:gd name="adj" fmla="val 12500"/>
            </a:avLst>
          </a:prstGeom>
          <a:solidFill>
            <a:srgbClr val="131C2E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13832" y="36118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×2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4892040"/>
            <a:ext cx="1600200" cy="731520"/>
          </a:xfrm>
          <a:prstGeom prst="roundRect">
            <a:avLst>
              <a:gd name="adj" fmla="val 12500"/>
            </a:avLst>
          </a:prstGeom>
          <a:solidFill>
            <a:srgbClr val="131C2E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13832" y="489204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· HPA 2–6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0" y="361188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131C2E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88352" y="361188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gp3 volume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flipV="1">
            <a:off x="2651760" y="4754880"/>
            <a:ext cx="594360" cy="6583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4983480" y="3977640"/>
            <a:ext cx="45720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029200" y="3931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4754880"/>
            <a:ext cx="45720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892040" y="5074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V="1">
            <a:off x="7040880" y="4343400"/>
            <a:ext cx="91440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52560" y="3246120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101A2C"/>
          </a:solidFill>
          <a:ln w="12700">
            <a:solidFill>
              <a:srgbClr val="27324A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9189720" y="3291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monitoring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81160" y="3611880"/>
            <a:ext cx="1874520" cy="731520"/>
          </a:xfrm>
          <a:prstGeom prst="roundRect">
            <a:avLst>
              <a:gd name="adj" fmla="val 12500"/>
            </a:avLst>
          </a:prstGeom>
          <a:solidFill>
            <a:srgbClr val="131C2E"/>
          </a:solidFill>
          <a:ln w="15875">
            <a:solidFill>
              <a:srgbClr val="F468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54312" y="361188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dashboard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281160" y="4892040"/>
            <a:ext cx="1874520" cy="731520"/>
          </a:xfrm>
          <a:prstGeom prst="roundRect">
            <a:avLst>
              <a:gd name="adj" fmla="val 12500"/>
            </a:avLst>
          </a:prstGeom>
          <a:solidFill>
            <a:srgbClr val="131C2E"/>
          </a:solidFill>
          <a:ln w="15875">
            <a:solidFill>
              <a:srgbClr val="E6522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54312" y="48920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ServiceMonitor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 flipV="1">
            <a:off x="10213848" y="4343400"/>
            <a:ext cx="914" cy="548640"/>
          </a:xfrm>
          <a:prstGeom prst="line">
            <a:avLst/>
          </a:prstGeom>
          <a:noFill/>
          <a:ln w="19050">
            <a:solidFill>
              <a:srgbClr val="E6522C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040880" y="5349240"/>
            <a:ext cx="2240280" cy="914"/>
          </a:xfrm>
          <a:prstGeom prst="line">
            <a:avLst/>
          </a:prstGeom>
          <a:noFill/>
          <a:ln w="19050">
            <a:solidFill>
              <a:srgbClr val="E6522C"/>
            </a:solidFill>
            <a:prstDash val="dash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7360920" y="5440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5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/metrics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APPLICATION &amp;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API, tested before anything ships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· search · filter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780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78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/api/items/stats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478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for the dashboard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8529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8529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(unique SKU)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278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227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/api/items/:id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227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027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602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/api/items/:id/stock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6027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 / out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/api/items/:id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7764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3525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· /ready · /metrics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3525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 + Prometheus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5074920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Knex migration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items table (Alembic equivalent)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" y="5504688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5413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test DB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gets a fresh in-memory PostgreSQL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934456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58430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vs liveness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/ready = DB check, /health = process</a:t>
            </a:r>
            <a:endParaRPr lang="en-US" sz="1300" dirty="0"/>
          </a:p>
        </p:txBody>
      </p:sp>
      <p:sp>
        <p:nvSpPr>
          <p:cNvPr id="35" name="frame-jest"/>
          <p:cNvSpPr/>
          <p:nvPr/>
        </p:nvSpPr>
        <p:spPr>
          <a:xfrm>
            <a:off x="5989320" y="1554480"/>
            <a:ext cx="5623560" cy="4709160"/>
          </a:xfrm>
          <a:prstGeom prst="roundRect">
            <a:avLst>
              <a:gd name="adj" fmla="val 2330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36" name="shot-jest" descr="/private/tmp/claude-501/-Users-suja-Suja-s-Folder-DevSecOps-Final-Project/6d75f258-3b07-490d-95bf-c8594317e90b/scratchpad/deck/img/j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872" y="1627632"/>
            <a:ext cx="4926456" cy="427024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6126480" y="593445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 Jest + Supertest tests passing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CI/CD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push to main runs five gated stages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131C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556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24/24 · npm audit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87752" y="1984248"/>
            <a:ext cx="196596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1780" y="15087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131C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8940" y="17556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89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9758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· Docker multi-stage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50892" y="1984248"/>
            <a:ext cx="196596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15087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131C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75564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HIGH/CRITICAL gate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14032" y="1984248"/>
            <a:ext cx="196596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38060" y="15087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131C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5220" y="175564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52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2386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 :commit-sha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77172" y="1984248"/>
            <a:ext cx="196596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01200" y="15087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131C2E"/>
          </a:solidFill>
          <a:ln w="12700">
            <a:solidFill>
              <a:srgbClr val="EF7B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38360" y="1755648"/>
            <a:ext cx="457200" cy="45720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383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28700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 tag → ArgoCD</a:t>
            </a:r>
            <a:endParaRPr lang="en-US" sz="1500" dirty="0"/>
          </a:p>
        </p:txBody>
      </p:sp>
      <p:sp>
        <p:nvSpPr>
          <p:cNvPr id="30" name="frame-actions"/>
          <p:cNvSpPr/>
          <p:nvPr/>
        </p:nvSpPr>
        <p:spPr>
          <a:xfrm>
            <a:off x="548640" y="2743200"/>
            <a:ext cx="7223760" cy="3520440"/>
          </a:xfrm>
          <a:prstGeom prst="roundRect">
            <a:avLst>
              <a:gd name="adj" fmla="val 3117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31" name="shot-actions" descr="/private/tmp/claude-501/-Users-suja-Suja-s-Folder-DevSecOps-Final-Project/6d75f258-3b07-490d-95bf-c8594317e90b/scratchpad/deck/img/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846607"/>
            <a:ext cx="7077456" cy="302101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85800" y="59344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pipeline run — all jobs passed in under 2 minutes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092440" y="2788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tags, never "latest"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pod traces back to the exact commit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09244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build + scan only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unreviewed is pushed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092440" y="4526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cluster credentials in CI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pulls; CI only commits a tag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092440" y="5394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tokens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scopes only on the jobs that need them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DEVSECOPS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gates at every layer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000" dirty="0"/>
          </a:p>
        </p:txBody>
      </p:sp>
      <p:sp>
        <p:nvSpPr>
          <p:cNvPr id="6" name="frame-trivy"/>
          <p:cNvSpPr/>
          <p:nvPr/>
        </p:nvSpPr>
        <p:spPr>
          <a:xfrm>
            <a:off x="548640" y="1508760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7" name="shot-trivy" descr="/private/tmp/claude-501/-Users-suja-Suja-s-Folder-DevSecOps-Final-Project/6d75f258-3b07-490d-95bf-c8594317e90b/scratchpad/deck/img/tri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56" y="1581912"/>
            <a:ext cx="4797567" cy="3721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5340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step in CI: 0 fixable HIGH/CRITICAL findings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508760"/>
            <a:ext cx="548640" cy="54864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46" y="165140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14904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scanning gate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fails the build on fixable HIGH/CRITICAL CVEs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943600" y="2350008"/>
            <a:ext cx="548640" cy="54864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246" y="249265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containers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 · read-only root FS · all capabilities dropped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943600" y="3191256"/>
            <a:ext cx="548640" cy="548640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246" y="3333902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75120" y="3172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"restricted"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on the namespace by Kubernetes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943600" y="4032504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246" y="4175150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75120" y="40142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backend pods can reach PostgreSQL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5943600" y="4873752"/>
            <a:ext cx="548640" cy="548640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246" y="5016398"/>
            <a:ext cx="263347" cy="26334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675120" y="485546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in Git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GITHUB_TOKEN; tfvars &amp; state git-ignored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2A24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731520" y="57790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caught real CVEs:  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1.28 base image → upgraded to 1.30 + apk upgrade → clean.  Scanner pinned to trivy-action 0.35.0 after the March 2026 Trivy supply-chain attack.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INFRASTRUCTURE AS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builds the AWS network and EKS cluster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554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10.30.0.0/16 · ap-south-1 · 2 AZs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231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public (load balancers) + 2 private (nodes) · 1 NAT gateway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918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1.34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291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group · 2 × t3.large · Amazon Linux 2023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160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160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 driver (IRSA) · VPC CNI with NetworkPolicy · CoreDNS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1C18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20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50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120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created by terraform apply — and all 62 removed by terraform destroy</a:t>
            </a:r>
            <a:endParaRPr lang="en-US" sz="1250" dirty="0"/>
          </a:p>
        </p:txBody>
      </p:sp>
      <p:sp>
        <p:nvSpPr>
          <p:cNvPr id="21" name="frame-tfapply"/>
          <p:cNvSpPr/>
          <p:nvPr/>
        </p:nvSpPr>
        <p:spPr>
          <a:xfrm>
            <a:off x="5349240" y="1554480"/>
            <a:ext cx="6263640" cy="2697480"/>
          </a:xfrm>
          <a:prstGeom prst="roundRect">
            <a:avLst>
              <a:gd name="adj" fmla="val 4068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2" name="shot-tfapply" descr="/private/tmp/claude-501/-Users-suja-Suja-s-Folder-DevSecOps-Final-Project/6d75f258-3b07-490d-95bf-c8594317e90b/scratchpad/deck/img/tfa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1710901"/>
            <a:ext cx="6117336" cy="209203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86400" y="392277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 — Apply complete! 62 added</a:t>
            </a:r>
            <a:endParaRPr lang="en-US" sz="1100" dirty="0"/>
          </a:p>
        </p:txBody>
      </p:sp>
      <p:sp>
        <p:nvSpPr>
          <p:cNvPr id="24" name="frame-eks"/>
          <p:cNvSpPr/>
          <p:nvPr/>
        </p:nvSpPr>
        <p:spPr>
          <a:xfrm>
            <a:off x="5349240" y="4389120"/>
            <a:ext cx="6263640" cy="1874520"/>
          </a:xfrm>
          <a:prstGeom prst="roundRect">
            <a:avLst>
              <a:gd name="adj" fmla="val 5854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5" name="shot-eks" descr="/private/tmp/claude-501/-Users-suja-Suja-s-Folder-DevSecOps-Final-Project/6d75f258-3b07-490d-95bf-c8594317e90b/scratchpad/deck/img/e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84" y="4462272"/>
            <a:ext cx="4075951" cy="143560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486400" y="593445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cluster ACTIVE · node group with 2 Ready t3.large nodes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KUBERNETES &amp; HELM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Helm chart packages the whole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642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×2 · backend ×2–6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6642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+ 2 Gi gp3 volume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529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 for every tier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34640" y="274320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8529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→ frontend · /api → backend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04164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backend on CPU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834640" y="393192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404164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ServiceMonitor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scrape config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2303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locked to backend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834640" y="512064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52303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/health · readiness /ready</a:t>
            </a:r>
            <a:endParaRPr lang="en-US" sz="1350" dirty="0"/>
          </a:p>
        </p:txBody>
      </p:sp>
      <p:sp>
        <p:nvSpPr>
          <p:cNvPr id="22" name="frame-pods"/>
          <p:cNvSpPr/>
          <p:nvPr/>
        </p:nvSpPr>
        <p:spPr>
          <a:xfrm>
            <a:off x="5257800" y="1554480"/>
            <a:ext cx="6355080" cy="1737360"/>
          </a:xfrm>
          <a:prstGeom prst="roundRect">
            <a:avLst>
              <a:gd name="adj" fmla="val 6316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3" name="shot-pods" descr="/private/tmp/claude-501/-Users-suja-Suja-s-Folder-DevSecOps-Final-Project/6d75f258-3b07-490d-95bf-c8594317e90b/scratchpad/deck/img/p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952" y="1673968"/>
            <a:ext cx="6208776" cy="120577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394960" y="296265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pods — all Running across both nodes</a:t>
            </a:r>
            <a:endParaRPr lang="en-US" sz="1100" dirty="0"/>
          </a:p>
        </p:txBody>
      </p:sp>
      <p:sp>
        <p:nvSpPr>
          <p:cNvPr id="25" name="frame-helm"/>
          <p:cNvSpPr/>
          <p:nvPr/>
        </p:nvSpPr>
        <p:spPr>
          <a:xfrm>
            <a:off x="5257800" y="3429000"/>
            <a:ext cx="6355080" cy="868680"/>
          </a:xfrm>
          <a:prstGeom prst="roundRect">
            <a:avLst>
              <a:gd name="adj" fmla="val 12632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6" name="shot-helm" descr="/private/tmp/claude-501/-Users-suja-Suja-s-Folder-DevSecOps-Final-Project/6d75f258-3b07-490d-95bf-c8594317e90b/scratchpad/deck/img/he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3531303"/>
            <a:ext cx="6208776" cy="37146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394960" y="396849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list — release deployed</a:t>
            </a:r>
            <a:endParaRPr lang="en-US" sz="1100" dirty="0"/>
          </a:p>
        </p:txBody>
      </p:sp>
      <p:sp>
        <p:nvSpPr>
          <p:cNvPr id="28" name="frame-ingress"/>
          <p:cNvSpPr/>
          <p:nvPr/>
        </p:nvSpPr>
        <p:spPr>
          <a:xfrm>
            <a:off x="5257800" y="4434840"/>
            <a:ext cx="6355080" cy="1051560"/>
          </a:xfrm>
          <a:prstGeom prst="roundRect">
            <a:avLst>
              <a:gd name="adj" fmla="val 10435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9" name="shot-ingress" descr="/private/tmp/claude-501/-Users-suja-Suja-s-Folder-DevSecOps-Final-Project/6d75f258-3b07-490d-95bf-c8594317e90b/scratchpad/deck/img/ingr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4534345"/>
            <a:ext cx="6208776" cy="559943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394960" y="515721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ingress — address is the AWS ELB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57800" y="5623560"/>
            <a:ext cx="6355080" cy="640080"/>
          </a:xfrm>
          <a:prstGeom prst="roundRect">
            <a:avLst>
              <a:gd name="adj" fmla="val 17143"/>
            </a:avLst>
          </a:prstGeom>
          <a:solidFill>
            <a:srgbClr val="0F2A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440680" y="5623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values-dev.yaml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kind cluster     </a:t>
            </a:r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values-prod.yaml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EKS: GHCR images, gp3, HPA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GITOPS WITH ARGOCD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the single source of truth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766621"/>
            <a:ext cx="307238" cy="3072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2286000"/>
            <a:ext cx="914" cy="411480"/>
          </a:xfrm>
          <a:prstGeom prst="line">
            <a:avLst/>
          </a:prstGeom>
          <a:noFill/>
          <a:ln w="25400">
            <a:solidFill>
              <a:srgbClr val="2732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1600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change lands on main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909621"/>
            <a:ext cx="307238" cy="30723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3429000"/>
            <a:ext cx="914" cy="411480"/>
          </a:xfrm>
          <a:prstGeom prst="line">
            <a:avLst/>
          </a:prstGeom>
          <a:noFill/>
          <a:ln w="25400">
            <a:solidFill>
              <a:srgbClr val="2732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371600" y="2743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tests, scans, pushes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:sha published to GHCR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052621"/>
            <a:ext cx="307238" cy="30723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4572000"/>
            <a:ext cx="914" cy="411480"/>
          </a:xfrm>
          <a:prstGeom prst="line">
            <a:avLst/>
          </a:prstGeom>
          <a:noFill/>
          <a:ln w="25400">
            <a:solidFill>
              <a:srgbClr val="27324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371600" y="3886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commits the new tag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values-prod.yaml updated [skip ci]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EF7B4D">
              <a:alpha val="18000"/>
            </a:srgbClr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19562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 auto-syncs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 · prune · self-heal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943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 demo: a manual kubectl scale is reverted by ArgoCD back to what Git says.</a:t>
            </a:r>
            <a:endParaRPr lang="en-US" sz="1150" dirty="0"/>
          </a:p>
        </p:txBody>
      </p:sp>
      <p:sp>
        <p:nvSpPr>
          <p:cNvPr id="22" name="frame-argo"/>
          <p:cNvSpPr/>
          <p:nvPr/>
        </p:nvSpPr>
        <p:spPr>
          <a:xfrm>
            <a:off x="4937760" y="1554480"/>
            <a:ext cx="6675120" cy="4709160"/>
          </a:xfrm>
          <a:prstGeom prst="roundRect">
            <a:avLst>
              <a:gd name="adj" fmla="val 2330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3" name="shot-argo" descr="/private/tmp/claude-501/-Users-suja-Suja-s-Folder-DevSecOps-Final-Project/6d75f258-3b07-490d-95bf-c8594317e90b/scratchpad/deck/img/ar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883669"/>
            <a:ext cx="6528816" cy="375817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074920" y="59344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ArgoCD: stockpile application Synced and Healthy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AUTOSCALING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watched and scaled automatically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  <p:sp>
        <p:nvSpPr>
          <p:cNvPr id="6" name="frame-grafana"/>
          <p:cNvSpPr/>
          <p:nvPr/>
        </p:nvSpPr>
        <p:spPr>
          <a:xfrm>
            <a:off x="548640" y="1508760"/>
            <a:ext cx="6172200" cy="4526280"/>
          </a:xfrm>
          <a:prstGeom prst="roundRect">
            <a:avLst>
              <a:gd name="adj" fmla="val 2424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7" name="shot-grafana" descr="/private/tmp/claude-501/-Users-suja-Suja-s-Folder-DevSecOps-Final-Project/6d75f258-3b07-490d-95bf-c8594317e90b/scratchpad/deck/img/graf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94887"/>
            <a:ext cx="6025896" cy="40614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5705856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"StockPile API" dashboard — req/s, latency, routes, pods</a:t>
            </a:r>
            <a:endParaRPr lang="en-US" sz="1100" dirty="0"/>
          </a:p>
        </p:txBody>
      </p:sp>
      <p:sp>
        <p:nvSpPr>
          <p:cNvPr id="9" name="frame-prom"/>
          <p:cNvSpPr/>
          <p:nvPr/>
        </p:nvSpPr>
        <p:spPr>
          <a:xfrm>
            <a:off x="6949440" y="150876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10" name="shot-prom" descr="/private/tmp/claude-501/-Users-suja-Suja-s-Folder-DevSecOps-Final-Project/6d75f258-3b07-490d-95bf-c8594317e90b/scratchpad/deck/img/pr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538" y="1581912"/>
            <a:ext cx="4327244" cy="18470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34655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Prometheus: all backend targets UP</a:t>
            </a:r>
            <a:endParaRPr lang="en-US" sz="1100" dirty="0"/>
          </a:p>
        </p:txBody>
      </p:sp>
      <p:sp>
        <p:nvSpPr>
          <p:cNvPr id="12" name="frame-hpa"/>
          <p:cNvSpPr/>
          <p:nvPr/>
        </p:nvSpPr>
        <p:spPr>
          <a:xfrm>
            <a:off x="6949440" y="3931920"/>
            <a:ext cx="4663440" cy="960120"/>
          </a:xfrm>
          <a:prstGeom prst="roundRect">
            <a:avLst>
              <a:gd name="adj" fmla="val 11429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13" name="shot-hpa" descr="/private/tmp/claude-501/-Users-suja-Suja-s-Folder-DevSecOps-Final-Project/6d75f258-3b07-490d-95bf-c8594317e90b/scratchpad/deck/img/hp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56" y="4005072"/>
            <a:ext cx="4500007" cy="5212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86600" y="45628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scaled the backend from 2 → 6 replicas under load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949440" y="5074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 from /metrics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949440" y="54406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949440" y="5440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http_requests_total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458200" y="544068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58200" y="5440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latency histogram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058400" y="54406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058400" y="5440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stockpile_low_stock_items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0807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 ships as a ConfigMap — auto-imported, no manual clicks.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it on purpose, then cleaning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3048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image tag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ImagePullBackOff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describe pod → events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783080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1" y="193048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78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Service selector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with 0 endpoints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selector vs pod labels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783080"/>
            <a:ext cx="566928" cy="566928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21" y="19304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readiness probe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but 0/1 Ready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path returns 404</a:t>
            </a:r>
            <a:endParaRPr lang="en-US" sz="1200" dirty="0"/>
          </a:p>
        </p:txBody>
      </p:sp>
      <p:sp>
        <p:nvSpPr>
          <p:cNvPr id="21" name="frame-destroy"/>
          <p:cNvSpPr/>
          <p:nvPr/>
        </p:nvSpPr>
        <p:spPr>
          <a:xfrm>
            <a:off x="548640" y="3749040"/>
            <a:ext cx="6949440" cy="2514600"/>
          </a:xfrm>
          <a:prstGeom prst="roundRect">
            <a:avLst>
              <a:gd name="adj" fmla="val 4364"/>
            </a:avLst>
          </a:prstGeom>
          <a:solidFill>
            <a:srgbClr val="0E1626"/>
          </a:solidFill>
          <a:ln w="12700">
            <a:solidFill>
              <a:srgbClr val="27324A"/>
            </a:solidFill>
            <a:prstDash val="solid"/>
          </a:ln>
        </p:spPr>
      </p:sp>
      <p:pic>
        <p:nvPicPr>
          <p:cNvPr id="22" name="shot-destroy" descr="/private/tmp/claude-501/-Users-suja-Suja-s-Folder-DevSecOps-Final-Project/6d75f258-3b07-490d-95bf-c8594317e90b/scratchpad/deck/img/destro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993132"/>
            <a:ext cx="6803136" cy="173380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593445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destroy — all 62 resources removed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726680" y="3749040"/>
            <a:ext cx="3886200" cy="2514600"/>
          </a:xfrm>
          <a:prstGeom prst="roundRect">
            <a:avLst>
              <a:gd name="adj" fmla="val 4364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95528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Teardown order matters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955280" y="43434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ArgoCD app + namespace (EBS volume)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Uninstall ingress-nginx (AWS load balancer)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terraform destroy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955280" y="5760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K8s-created load balancers would otherwise block VPC deletion.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KEY LEARNINGS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taught 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StockPile  ·  DevSecOps Capstone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7556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Scanners find real problems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blocked a vulnerable nginx base image — security gates are only useful when they can fail the build.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9257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17556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supply chain is an attack surface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the scanner was compromised in 2026. Pin tool versions; pin actions to SHAs next.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3558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≠ liveness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/health and /ready, plus an init container, made rollouts smooth with zero crash loops.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72200" y="31546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338328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35259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0" y="33558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needs plumbing on EKS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PersistentVolumes need the EBS CSI driver and a StorageClass — EKS 1.30+ ships no default.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126126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08760" y="49560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builds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Lockfiles must match the CI toolchain (Node 22 / npm 10), or npm ci fails in Docker.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17220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00800" y="4983480"/>
            <a:ext cx="548640" cy="548640"/>
          </a:xfrm>
          <a:prstGeom prst="ellipse">
            <a:avLst/>
          </a:prstGeom>
          <a:solidFill>
            <a:srgbClr val="EF7B4D">
              <a:alpha val="18000"/>
            </a:srgbClr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5126126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32320" y="49560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simplifies delivery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never needs cluster credentials; Git history becomes the deployment history.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github.com/Shaikh-Suja-Rahaman/stockpile-DevOps-Project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Suja Rahaman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132588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13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production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10312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RDS instead of in-cluster PostgreSQL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with ACM / cert-manager + Route 53 domain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Secrets / AWS Secrets Manager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GitHub Actions to commit SHAs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ingress-nginx to Gateway API / AWS LB Controller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Terraform state (S3 + locking)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StockPile — DevSecOps Capstone</dc:title>
  <dc:subject>PptxGenJS Presentation</dc:subject>
  <dc:creator>Suja Rahaman</dc:creator>
  <cp:lastModifiedBy>Suja Rahaman</cp:lastModifiedBy>
  <cp:revision>1</cp:revision>
  <dcterms:created xsi:type="dcterms:W3CDTF">2026-10-16T15:37:38Z</dcterms:created>
  <dcterms:modified xsi:type="dcterms:W3CDTF">2026-10-16T15:37:38Z</dcterms:modified>
</cp:coreProperties>
</file>